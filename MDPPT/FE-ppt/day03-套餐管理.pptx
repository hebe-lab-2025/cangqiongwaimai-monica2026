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74"/>
  </p:notesMasterIdLst>
  <p:handoutMasterIdLst>
    <p:handoutMasterId r:id="rId75"/>
  </p:handoutMasterIdLst>
  <p:sldIdLst>
    <p:sldId id="462" r:id="rId8"/>
    <p:sldId id="1880" r:id="rId9"/>
    <p:sldId id="1702" r:id="rId10"/>
    <p:sldId id="1991" r:id="rId11"/>
    <p:sldId id="2087" r:id="rId12"/>
    <p:sldId id="2141" r:id="rId13"/>
    <p:sldId id="2200" r:id="rId14"/>
    <p:sldId id="2201" r:id="rId15"/>
    <p:sldId id="2142" r:id="rId16"/>
    <p:sldId id="2092" r:id="rId17"/>
    <p:sldId id="2143" r:id="rId18"/>
    <p:sldId id="2202" r:id="rId19"/>
    <p:sldId id="2203" r:id="rId20"/>
    <p:sldId id="2204" r:id="rId21"/>
    <p:sldId id="2144" r:id="rId22"/>
    <p:sldId id="2146" r:id="rId23"/>
    <p:sldId id="2147" r:id="rId24"/>
    <p:sldId id="2148" r:id="rId25"/>
    <p:sldId id="2149" r:id="rId26"/>
    <p:sldId id="2151" r:id="rId27"/>
    <p:sldId id="2150" r:id="rId28"/>
    <p:sldId id="2152" r:id="rId29"/>
    <p:sldId id="2145" r:id="rId30"/>
    <p:sldId id="2093" r:id="rId31"/>
    <p:sldId id="2189" r:id="rId32"/>
    <p:sldId id="2105" r:id="rId33"/>
    <p:sldId id="2106" r:id="rId34"/>
    <p:sldId id="2154" r:id="rId35"/>
    <p:sldId id="2014" r:id="rId36"/>
    <p:sldId id="2155" r:id="rId37"/>
    <p:sldId id="2109" r:id="rId38"/>
    <p:sldId id="2156" r:id="rId39"/>
    <p:sldId id="2157" r:id="rId40"/>
    <p:sldId id="2159" r:id="rId41"/>
    <p:sldId id="2160" r:id="rId42"/>
    <p:sldId id="2190" r:id="rId43"/>
    <p:sldId id="2193" r:id="rId44"/>
    <p:sldId id="2194" r:id="rId45"/>
    <p:sldId id="2205" r:id="rId46"/>
    <p:sldId id="2206" r:id="rId47"/>
    <p:sldId id="2195" r:id="rId48"/>
    <p:sldId id="2209" r:id="rId49"/>
    <p:sldId id="2164" r:id="rId50"/>
    <p:sldId id="2207" r:id="rId51"/>
    <p:sldId id="2208" r:id="rId52"/>
    <p:sldId id="2210" r:id="rId53"/>
    <p:sldId id="2211" r:id="rId54"/>
    <p:sldId id="2212" r:id="rId55"/>
    <p:sldId id="2197" r:id="rId56"/>
    <p:sldId id="2198" r:id="rId57"/>
    <p:sldId id="2191" r:id="rId58"/>
    <p:sldId id="2117" r:id="rId59"/>
    <p:sldId id="2119" r:id="rId60"/>
    <p:sldId id="2166" r:id="rId61"/>
    <p:sldId id="2213" r:id="rId62"/>
    <p:sldId id="2214" r:id="rId63"/>
    <p:sldId id="2215" r:id="rId64"/>
    <p:sldId id="2216" r:id="rId65"/>
    <p:sldId id="2162" r:id="rId66"/>
    <p:sldId id="2196" r:id="rId67"/>
    <p:sldId id="2167" r:id="rId68"/>
    <p:sldId id="2168" r:id="rId69"/>
    <p:sldId id="2169" r:id="rId70"/>
    <p:sldId id="2163" r:id="rId71"/>
    <p:sldId id="2165" r:id="rId72"/>
    <p:sldId id="1704" r:id="rId7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" initials="s" lastIdx="1" clrIdx="0">
    <p:extLst>
      <p:ext uri="{19B8F6BF-5375-455C-9EA6-DF929625EA0E}">
        <p15:presenceInfo xmlns:p15="http://schemas.microsoft.com/office/powerpoint/2012/main" userId="super" providerId="None"/>
      </p:ext>
    </p:extLst>
  </p:cmAuthor>
  <p:cmAuthor id="2" name="itcast" initials="i" lastIdx="1" clrIdx="1">
    <p:extLst>
      <p:ext uri="{19B8F6BF-5375-455C-9EA6-DF929625EA0E}">
        <p15:presenceInfo xmlns:p15="http://schemas.microsoft.com/office/powerpoint/2012/main" userId="itca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4"/>
    <a:srgbClr val="FF0000"/>
    <a:srgbClr val="A144A5"/>
    <a:srgbClr val="92D050"/>
    <a:srgbClr val="D8EEC0"/>
    <a:srgbClr val="C00000"/>
    <a:srgbClr val="B37AB0"/>
    <a:srgbClr val="B475AD"/>
    <a:srgbClr val="D9F3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4883" autoAdjust="0"/>
  </p:normalViewPr>
  <p:slideViewPr>
    <p:cSldViewPr snapToGrid="0">
      <p:cViewPr varScale="1">
        <p:scale>
          <a:sx n="81" d="100"/>
          <a:sy n="81" d="100"/>
        </p:scale>
        <p:origin x="100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howGuides="1"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2023/8/17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2023/8/17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3195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07221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13115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536253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5250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402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2809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9947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5388186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2793457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30076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2" r:id="rId2"/>
    <p:sldLayoutId id="214748371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17" r:id="rId2"/>
    <p:sldLayoutId id="2147483719" r:id="rId3"/>
    <p:sldLayoutId id="2147483721" r:id="rId4"/>
    <p:sldLayoutId id="214748372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，用更短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时间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，教会更实用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6" r:id="rId14"/>
    <p:sldLayoutId id="2147483710" r:id="rId15"/>
    <p:sldLayoutId id="2147483706" r:id="rId16"/>
    <p:sldLayoutId id="2147483713" r:id="rId17"/>
    <p:sldLayoutId id="2147483715" r:id="rId18"/>
    <p:sldLayoutId id="2147483720" r:id="rId19"/>
    <p:sldLayoutId id="214748372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5400"/>
              <a:t>套餐管理</a:t>
            </a:r>
            <a:endParaRPr kumimoji="1"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914FEDB1-D28E-940B-3984-632C28B6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80" y="1002232"/>
            <a:ext cx="10698800" cy="517190"/>
          </a:xfrm>
        </p:spPr>
        <p:txBody>
          <a:bodyPr/>
          <a:lstStyle/>
          <a:p>
            <a:r>
              <a:rPr lang="zh-CN" altLang="en-US"/>
              <a:t>效果展示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67EE91-4ECF-94B8-827C-B94CE25E4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72" y="1759045"/>
            <a:ext cx="9869213" cy="47238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3208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2363113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套餐分页查询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删除套餐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新增套餐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67235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阿里巴巴普惠体" panose="00020600040101010101"/>
              </a:rPr>
              <a:t>套餐分页查询</a:t>
            </a:r>
            <a:endParaRPr lang="en-US" altLang="zh-CN">
              <a:ea typeface="阿里巴巴普惠体" panose="00020600040101010101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0208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5761A-045A-9E38-2EC2-E2728F165107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产品原型：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4E441B-A640-6F02-328B-23D9AF4E5E9A}"/>
              </a:ext>
            </a:extLst>
          </p:cNvPr>
          <p:cNvSpPr txBox="1"/>
          <p:nvPr/>
        </p:nvSpPr>
        <p:spPr>
          <a:xfrm>
            <a:off x="7129918" y="2390034"/>
            <a:ext cx="5062082" cy="2357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业务规则：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根据页码展示套餐信息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每页展示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10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条数据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分页查询时可以根据需要，输入套餐名称、套餐分类、售卖状态 进行查询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C0A320-9FA0-0A88-A9B4-5DAD1B23B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70" y="2374670"/>
            <a:ext cx="6107598" cy="386059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6723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5761A-045A-9E38-2EC2-E2728F165107}"/>
              </a:ext>
            </a:extLst>
          </p:cNvPr>
          <p:cNvSpPr txBox="1"/>
          <p:nvPr/>
        </p:nvSpPr>
        <p:spPr>
          <a:xfrm>
            <a:off x="710565" y="1675765"/>
            <a:ext cx="10601960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套餐分页查询接口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分类查询接口（用于下拉框中分类数据展示）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09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5761A-045A-9E38-2EC2-E2728F165107}"/>
              </a:ext>
            </a:extLst>
          </p:cNvPr>
          <p:cNvSpPr txBox="1"/>
          <p:nvPr/>
        </p:nvSpPr>
        <p:spPr>
          <a:xfrm>
            <a:off x="710565" y="1675765"/>
            <a:ext cx="1060196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套餐分页查询接口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975233-046E-25DE-4B44-BD03568B4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769" y="1767085"/>
            <a:ext cx="3136498" cy="475247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C4A5E7-1B6E-5974-25C1-4537BEFC6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599" y="1519421"/>
            <a:ext cx="2856941" cy="501839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3284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5761A-045A-9E38-2EC2-E2728F165107}"/>
              </a:ext>
            </a:extLst>
          </p:cNvPr>
          <p:cNvSpPr txBox="1"/>
          <p:nvPr/>
        </p:nvSpPr>
        <p:spPr>
          <a:xfrm>
            <a:off x="710565" y="1675765"/>
            <a:ext cx="1060196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分类查询接口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F29822-E9E4-D4E3-2CD1-528114C0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79" y="3358084"/>
            <a:ext cx="4197566" cy="316881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C45B78-801D-AF2B-1688-34DDEA528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280" y="1656197"/>
            <a:ext cx="2394073" cy="48707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586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阿里巴巴普惠体" panose="00020600040101010101"/>
              </a:rPr>
              <a:t>套餐分页查询</a:t>
            </a:r>
            <a:endParaRPr lang="en-US" altLang="zh-CN">
              <a:ea typeface="阿里巴巴普惠体" panose="00020600040101010101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702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从路由文件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router.ts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中找到套餐管理页面（组件）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1E590E63-76E1-CE93-2E9B-EB2BB771E434}"/>
              </a:ext>
            </a:extLst>
          </p:cNvPr>
          <p:cNvSpPr/>
          <p:nvPr/>
        </p:nvSpPr>
        <p:spPr>
          <a:xfrm>
            <a:off x="6495393" y="2956034"/>
            <a:ext cx="457200" cy="252248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5A5F13-74FE-8E68-CBD6-F18F84C1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9" y="2531642"/>
            <a:ext cx="5211517" cy="181964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FE2FAEB-3B84-6FE7-CBCE-70BB186F1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829" y="2274172"/>
            <a:ext cx="3377247" cy="399978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277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制作页面头部效果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3A331-B3FA-6DCB-4820-165306D86411}"/>
              </a:ext>
            </a:extLst>
          </p:cNvPr>
          <p:cNvSpPr/>
          <p:nvPr/>
        </p:nvSpPr>
        <p:spPr>
          <a:xfrm>
            <a:off x="810809" y="4028090"/>
            <a:ext cx="10388519" cy="1827677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输入框、按钮、下拉框 都是使用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ElementUI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提供的组件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对于前端的组件只需要参考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ElementUI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提供的文档，进行修改即可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D75139-1975-1EF0-6CBF-189815434720}"/>
              </a:ext>
            </a:extLst>
          </p:cNvPr>
          <p:cNvSpPr/>
          <p:nvPr/>
        </p:nvSpPr>
        <p:spPr>
          <a:xfrm>
            <a:off x="710880" y="4100552"/>
            <a:ext cx="763196" cy="290146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CAC96E-FC14-1A5E-B9DC-F85863B2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80" y="2559377"/>
            <a:ext cx="10388520" cy="38403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9671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制作页面头部效果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2FB39B5-7558-ACB5-7665-2B020F04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056" y="2032189"/>
            <a:ext cx="6166167" cy="447175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1A6567-1813-B954-37DF-C20606F04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817" y="2032189"/>
            <a:ext cx="2120345" cy="447175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0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导入查询套餐分类的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JS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方法，动态填充套餐分类下拉框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6B4A5C-27C6-B729-B277-2D8D9BE2C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79" y="2518398"/>
            <a:ext cx="4462614" cy="342988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390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页面组件和数据模型进行相应调整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A1C37A-B1AF-B622-33D4-2A36D0160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13" y="2957060"/>
            <a:ext cx="6166817" cy="308001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97832F-9385-F00E-DD8E-8572307B8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36" y="1260827"/>
            <a:ext cx="2355971" cy="12065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214F766-C8D5-3FE2-CC07-40A7D0944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823" y="1330681"/>
            <a:ext cx="2140060" cy="113670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A61F848-68B0-8903-B6A9-529E7E79B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644" y="3578842"/>
            <a:ext cx="3340864" cy="245823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4722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 查询 按钮绑定事件，发送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请求获取分页数据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FBCAD8-102C-12DD-6CE9-431250838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10" y="2585034"/>
            <a:ext cx="7978076" cy="105538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241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定义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pageQuery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方法，发送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请求获取分页数据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03FE2-9972-D5B7-4167-4B86081FAC33}"/>
              </a:ext>
            </a:extLst>
          </p:cNvPr>
          <p:cNvSpPr/>
          <p:nvPr/>
        </p:nvSpPr>
        <p:spPr>
          <a:xfrm>
            <a:off x="810810" y="4906874"/>
            <a:ext cx="10598870" cy="1627934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先验证当前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pageQuery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方法能否正常执行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按照规范，真正发送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Ajax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请求的代码需要封装到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目录下的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ts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文件中（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src/api/setMeal.ts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27B383-1EF2-93E7-C088-EAF1C7F16F66}"/>
              </a:ext>
            </a:extLst>
          </p:cNvPr>
          <p:cNvSpPr/>
          <p:nvPr/>
        </p:nvSpPr>
        <p:spPr>
          <a:xfrm>
            <a:off x="710881" y="4979335"/>
            <a:ext cx="826258" cy="262700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5A50F0-AC3B-E2CB-A990-EE883E61D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52" y="2638155"/>
            <a:ext cx="3114854" cy="174465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38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src/api/setMeal.ts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中定义方法，发送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请求获取分页数据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016A68-8F6E-8317-5FF3-C55792351AC0}"/>
              </a:ext>
            </a:extLst>
          </p:cNvPr>
          <p:cNvSpPr/>
          <p:nvPr/>
        </p:nvSpPr>
        <p:spPr>
          <a:xfrm>
            <a:off x="810810" y="5104098"/>
            <a:ext cx="10598870" cy="124940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发送的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Ajax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请求需要和前面我们设计的分页查询接口对应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6C3A8F-060F-E4BA-9CE1-49E27BF6EA79}"/>
              </a:ext>
            </a:extLst>
          </p:cNvPr>
          <p:cNvSpPr/>
          <p:nvPr/>
        </p:nvSpPr>
        <p:spPr>
          <a:xfrm>
            <a:off x="710880" y="5176558"/>
            <a:ext cx="1001189" cy="292013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3E3272-DB0C-8842-CF46-36D9C4B9C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09" y="2518398"/>
            <a:ext cx="4388205" cy="182456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4745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在套餐管理组件中导入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setMeal.ts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中定义的方法，并在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data()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方法中定义分页相关的模型数据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DE0295E-32D5-D41C-4451-C0D95ED6C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351" y="2475520"/>
            <a:ext cx="3378374" cy="421661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235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pageQuery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方法中调用 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getSetmealPage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方法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FB7511-8A52-FA67-C363-CAE6E1FE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63" y="2540566"/>
            <a:ext cx="3863623" cy="395929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794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  <a:ea typeface="阿里巴巴普惠体" panose="00020600040101010101"/>
              </a:rPr>
              <a:t>在页面加载后就查询分页数据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57DFB8-AE8C-DCAB-34A6-CE8F1CF20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2" y="2521476"/>
            <a:ext cx="3866136" cy="268914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0256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  <a:ea typeface="阿里巴巴普惠体" panose="00020600040101010101"/>
              </a:rPr>
              <a:t>使用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 ElementUI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提供的表格组件展示分页数据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23A900-088E-140A-2D4C-8449E3F2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85" y="2363905"/>
            <a:ext cx="6307405" cy="435238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1278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  <a:ea typeface="阿里巴巴普惠体" panose="00020600040101010101"/>
              </a:rPr>
              <a:t>使用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 ElementUI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提供的分页条组件，并绑定事件处理函数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334F7C-21B0-8F7D-9C37-A44E9B5C8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07" y="2502317"/>
            <a:ext cx="4865142" cy="21145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584D2A-5AAD-81EB-DBC8-E65982523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52" y="2502318"/>
            <a:ext cx="4013886" cy="21145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420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套餐分页查询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7603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68EBE5-697A-B633-DB64-72CF21E1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96" y="2961222"/>
            <a:ext cx="10296284" cy="252913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793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2394644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套餐分页查询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删除套餐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新增套餐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418701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8827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产品原型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9DB0A8-94E8-AF46-4D18-378E5DFE1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24" y="2587534"/>
            <a:ext cx="8826239" cy="373443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8268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96711C-C1EC-263F-3AAD-8D5FE968502D}"/>
              </a:ext>
            </a:extLst>
          </p:cNvPr>
          <p:cNvSpPr/>
          <p:nvPr/>
        </p:nvSpPr>
        <p:spPr>
          <a:xfrm>
            <a:off x="910590" y="1886079"/>
            <a:ext cx="10499090" cy="1661162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可以对状态为“启售” 的套餐进行“停售”操作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可以对状态为“停售”的套餐进行“启售”操作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09CF79-45BC-396D-3533-89296A8708E9}"/>
              </a:ext>
            </a:extLst>
          </p:cNvPr>
          <p:cNvSpPr/>
          <p:nvPr/>
        </p:nvSpPr>
        <p:spPr>
          <a:xfrm>
            <a:off x="810662" y="195854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业务规则</a:t>
            </a:r>
          </a:p>
        </p:txBody>
      </p:sp>
    </p:spTree>
    <p:extLst>
      <p:ext uri="{BB962C8B-B14F-4D97-AF65-F5344CB8AC3E}">
        <p14:creationId xmlns:p14="http://schemas.microsoft.com/office/powerpoint/2010/main" val="2087164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1878B-9029-776C-8F07-B48ED2D3B2E4}"/>
              </a:ext>
            </a:extLst>
          </p:cNvPr>
          <p:cNvSpPr txBox="1"/>
          <p:nvPr/>
        </p:nvSpPr>
        <p:spPr>
          <a:xfrm>
            <a:off x="794385" y="1607820"/>
            <a:ext cx="104140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接口设计：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FE95CB-1493-7C02-74DE-03A2B828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240" y="1679229"/>
            <a:ext cx="3368252" cy="17919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479A6D-F0C4-B8C2-BA10-99C2EC311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312" y="1679229"/>
            <a:ext cx="3340272" cy="49342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081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275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5800279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为启售、停售按钮绑定单击事件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5D1A45-B30C-D85F-FEBE-9312EC2003A4}"/>
              </a:ext>
            </a:extLst>
          </p:cNvPr>
          <p:cNvSpPr txBox="1"/>
          <p:nvPr/>
        </p:nvSpPr>
        <p:spPr>
          <a:xfrm>
            <a:off x="710880" y="3681249"/>
            <a:ext cx="5800279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编写处理函数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978564-8A60-77D7-E1F8-B2A99614D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159" y="4269294"/>
            <a:ext cx="4261069" cy="12065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352A5D10-D312-B9BF-EC51-5D5D44C3EC96}"/>
              </a:ext>
            </a:extLst>
          </p:cNvPr>
          <p:cNvSpPr/>
          <p:nvPr/>
        </p:nvSpPr>
        <p:spPr>
          <a:xfrm>
            <a:off x="5390355" y="4617313"/>
            <a:ext cx="914400" cy="510524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/>
              <a:t>页面效果</a:t>
            </a:r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CDF3E41-C911-C73E-B98E-E8DDDEF14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8" y="2486651"/>
            <a:ext cx="5900389" cy="5510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8AE48AC-FF65-A9BA-28D3-CB4F1294B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617" y="4353097"/>
            <a:ext cx="3968577" cy="92046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7575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setMeal.ts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中封装套餐起售停售方法，发送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D28888-AD9E-4444-5F64-752736473319}"/>
              </a:ext>
            </a:extLst>
          </p:cNvPr>
          <p:cNvSpPr/>
          <p:nvPr/>
        </p:nvSpPr>
        <p:spPr>
          <a:xfrm>
            <a:off x="910590" y="5078605"/>
            <a:ext cx="10499090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发送请求的方式和相关参数，必须和前面的接口设计保持一致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使用此方法时，别忘了在组件中通过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0BAC05-0CEE-7710-62A6-ED8EF2D29621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1D296C-2F3C-8671-FF57-8E19BD4C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26" y="2518398"/>
            <a:ext cx="5050710" cy="180545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7019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完善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handleStartOrStop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F55FBB-7F3A-C210-C171-3070CA8F3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11" y="2518398"/>
            <a:ext cx="6121645" cy="401709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81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504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A404DF-5893-77B5-6E95-48E8FCBF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02" y="2857061"/>
            <a:ext cx="7796050" cy="373560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0194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2465588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套餐分页查询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删除套餐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新增套餐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357931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删除套餐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881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产品原型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65006C-1205-090A-5877-E18D9B3C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21" y="2477539"/>
            <a:ext cx="7804380" cy="408091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715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96711C-C1EC-263F-3AAD-8D5FE968502D}"/>
              </a:ext>
            </a:extLst>
          </p:cNvPr>
          <p:cNvSpPr/>
          <p:nvPr/>
        </p:nvSpPr>
        <p:spPr>
          <a:xfrm>
            <a:off x="910590" y="1886079"/>
            <a:ext cx="10499090" cy="1661162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点击 删除 按钮，删除指定的一个套餐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勾选需要删除的套餐，点击 批量删除 按钮，删除选中的一个或多个套餐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09CF79-45BC-396D-3533-89296A8708E9}"/>
              </a:ext>
            </a:extLst>
          </p:cNvPr>
          <p:cNvSpPr/>
          <p:nvPr/>
        </p:nvSpPr>
        <p:spPr>
          <a:xfrm>
            <a:off x="810662" y="195854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业务规则</a:t>
            </a:r>
          </a:p>
        </p:txBody>
      </p:sp>
    </p:spTree>
    <p:extLst>
      <p:ext uri="{BB962C8B-B14F-4D97-AF65-F5344CB8AC3E}">
        <p14:creationId xmlns:p14="http://schemas.microsoft.com/office/powerpoint/2010/main" val="971348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1878B-9029-776C-8F07-B48ED2D3B2E4}"/>
              </a:ext>
            </a:extLst>
          </p:cNvPr>
          <p:cNvSpPr txBox="1"/>
          <p:nvPr/>
        </p:nvSpPr>
        <p:spPr>
          <a:xfrm>
            <a:off x="794385" y="1607820"/>
            <a:ext cx="104140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接口设计：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70817C-9765-77B0-3DFC-AF271A19B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86" y="1805151"/>
            <a:ext cx="3567424" cy="49089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D8A3934-B022-1969-83F3-AAAB9F0D7566}"/>
              </a:ext>
            </a:extLst>
          </p:cNvPr>
          <p:cNvSpPr txBox="1"/>
          <p:nvPr/>
        </p:nvSpPr>
        <p:spPr>
          <a:xfrm>
            <a:off x="6660931" y="3678785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FF0000"/>
                </a:solidFill>
                <a:latin typeface="字魂138号-霸燃手书" panose="00000500000000000000" pitchFamily="2" charset="-122"/>
                <a:ea typeface="字魂138号-霸燃手书" panose="00000500000000000000" pitchFamily="2" charset="-122"/>
              </a:rPr>
              <a:t>一个接口，兼容前面的两种删除方式</a:t>
            </a:r>
            <a:endParaRPr lang="zh-CN" altLang="en-US" sz="1200" dirty="0">
              <a:solidFill>
                <a:srgbClr val="FF0000"/>
              </a:solidFill>
              <a:latin typeface="字魂138号-霸燃手书" panose="00000500000000000000" pitchFamily="2" charset="-122"/>
              <a:ea typeface="字魂138号-霸燃手书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27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删除套餐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95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setMeal.ts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中封装删除套餐方法，发送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D28888-AD9E-4444-5F64-752736473319}"/>
              </a:ext>
            </a:extLst>
          </p:cNvPr>
          <p:cNvSpPr/>
          <p:nvPr/>
        </p:nvSpPr>
        <p:spPr>
          <a:xfrm>
            <a:off x="910590" y="5078605"/>
            <a:ext cx="10499090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发送请求的方式和相关参数，必须和前面的接口设计保持一致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使用此方法时，别忘了在组件中通过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0BAC05-0CEE-7710-62A6-ED8EF2D29621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679701-AC62-676F-47A2-8650E1F5A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74" y="2530555"/>
            <a:ext cx="4712429" cy="19705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8790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987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【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批量删除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】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按钮绑定单击事件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编写对应的处理函数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D1A9B8-894B-A9F9-BA52-470D8D822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30" y="2518398"/>
            <a:ext cx="5735169" cy="23809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E0452A-6A50-1FA5-ADA5-C580458C5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0" y="3917730"/>
            <a:ext cx="2077571" cy="91679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65B1E29-3710-44C6-720A-672B40CB33C9}"/>
              </a:ext>
            </a:extLst>
          </p:cNvPr>
          <p:cNvSpPr txBox="1"/>
          <p:nvPr/>
        </p:nvSpPr>
        <p:spPr>
          <a:xfrm>
            <a:off x="2427890" y="5624935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FF0000"/>
                </a:solidFill>
                <a:latin typeface="字魂138号-霸燃手书" panose="00000500000000000000" pitchFamily="2" charset="-122"/>
                <a:ea typeface="字魂138号-霸燃手书" panose="00000500000000000000" pitchFamily="2" charset="-122"/>
              </a:rPr>
              <a:t>如何知道当前有哪些套餐被选中了呢？</a:t>
            </a:r>
            <a:endParaRPr lang="zh-CN" altLang="en-US" sz="1400" dirty="0">
              <a:solidFill>
                <a:srgbClr val="FF0000"/>
              </a:solidFill>
              <a:latin typeface="字魂138号-霸燃手书" panose="00000500000000000000" pitchFamily="2" charset="-122"/>
              <a:ea typeface="字魂138号-霸燃手书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9209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参考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ElementUI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的官方文档，为表格添加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selection-change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事件和对应的处理函数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275128-EFA3-E85F-ED90-A8DF630E4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721" y="2455333"/>
            <a:ext cx="8289318" cy="146239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EA5B0F-7697-5428-3818-FB70D904A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21" y="4614454"/>
            <a:ext cx="3585638" cy="108522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67DF7D2-6C89-D39D-C2F6-B1A457B1A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751" y="4142306"/>
            <a:ext cx="3923287" cy="250062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477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完善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handleDelete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方法，获取当前被选中的行，并进行参数准备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D4976F-B2EC-E1AA-D41F-1DD654D22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92" y="2518398"/>
            <a:ext cx="6146524" cy="224017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050FD26-BCA8-B56D-92F1-B37B128E2265}"/>
              </a:ext>
            </a:extLst>
          </p:cNvPr>
          <p:cNvSpPr/>
          <p:nvPr/>
        </p:nvSpPr>
        <p:spPr>
          <a:xfrm>
            <a:off x="910590" y="5078605"/>
            <a:ext cx="10499090" cy="1069947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单个删除 和 批量删除，都是调用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handleDelete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方法，所以此方法还需要进一步调整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634B07-55D3-1ED5-A342-C7AA6031DAFB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1855345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 删除 按钮绑定事件，处理函数还是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handleDelete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1D54CD-B8CE-2BD3-8170-94C317293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13" y="2518398"/>
            <a:ext cx="9984373" cy="34304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EE7D23D-4F5A-D47C-C0B6-5956AFCA2900}"/>
              </a:ext>
            </a:extLst>
          </p:cNvPr>
          <p:cNvSpPr/>
          <p:nvPr/>
        </p:nvSpPr>
        <p:spPr>
          <a:xfrm>
            <a:off x="910590" y="5078605"/>
            <a:ext cx="10499090" cy="1337961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handleDelete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方法中通过第一个参数来区分是单个删除还是批量删除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表示单个删除，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表示批量删除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41A52B-3053-100B-8D00-BAE6075F77A7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14287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调整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handleDelete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方法，使其兼容单个删除和批量删除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B6C7DF-9B62-9247-2C74-3D5D84A54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891" y="1763648"/>
            <a:ext cx="4654789" cy="469289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3401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495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完善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handleDelete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方法，进行相应提示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批量删除时，如果没有选中套餐，给出提示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删除之前需要提示，让用户确认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D21E10-7417-5687-6A35-68348529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05900"/>
            <a:ext cx="4802161" cy="404092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503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删除套餐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4398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DD6CC2-E7EE-E192-D35E-ED8A71E6D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85" y="2861980"/>
            <a:ext cx="7755715" cy="371224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3716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2497119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套餐分页查询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启售停售套餐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删除套餐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新增套餐</a:t>
            </a:r>
          </a:p>
        </p:txBody>
      </p:sp>
    </p:spTree>
    <p:extLst>
      <p:ext uri="{BB962C8B-B14F-4D97-AF65-F5344CB8AC3E}">
        <p14:creationId xmlns:p14="http://schemas.microsoft.com/office/powerpoint/2010/main" val="59479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新增套餐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代码解读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814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产品原型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ACE2C6-E51E-6A26-04E7-1E336A4F4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05" y="2062129"/>
            <a:ext cx="6653049" cy="456154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DB5403-05E5-1BC2-53E3-52D3EEBB8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873" y="2589213"/>
            <a:ext cx="4677080" cy="330241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043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248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接口设计：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根据类型查询分类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根据分类查询菜品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文件上传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新增套餐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318033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0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接口设计：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根据类型查询分类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CF6AF4-831F-E720-20C0-FC042564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79" y="3132548"/>
            <a:ext cx="4235668" cy="319421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5551889-9B10-7CC1-7DAB-C291E105A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42" y="1532266"/>
            <a:ext cx="2381372" cy="479449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1812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0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接口设计：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根据分类查询菜品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4A3C92-34D9-4ECA-808D-22979D5F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896" y="3582648"/>
            <a:ext cx="2267067" cy="284494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F43D8F-DA02-98B9-26AE-B84842E62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584" y="1144122"/>
            <a:ext cx="2349621" cy="528347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5801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0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接口设计：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文件上传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0183C7-F78C-7525-912F-194AB1EB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417" y="2468081"/>
            <a:ext cx="3067208" cy="386099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259880D-71A3-803B-7B55-8E5B95C2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430" y="4398580"/>
            <a:ext cx="3308520" cy="190509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820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0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接口设计：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新增套餐 接口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FB95DB-2978-8BB0-20B4-1FE2BAF55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94" y="3336082"/>
            <a:ext cx="2762392" cy="31497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7A3A10B-C314-5A20-D8C5-07A65DDC9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325" y="935659"/>
            <a:ext cx="4807197" cy="555018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4FE348-DB9A-F72A-72D8-5C072CDC7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261" y="4599797"/>
            <a:ext cx="2375022" cy="188604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2417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新增套餐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代码解读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5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代码解读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987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新增套餐操作步骤：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点击 “新建套餐”按钮，跳转到新增页面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在新增套餐页面录入套餐相关信息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点击“保存”按钮完成新增操作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52475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代码解读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为“新建套餐”按钮绑定单击事件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27E1C2-524A-3363-DCA0-2D82A4A1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20" y="2494749"/>
            <a:ext cx="6769181" cy="28786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6908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代码解读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提供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handleAdd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方法，进行路由跳转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B57E98-FF62-BD85-9E0A-F11DE418E37F}"/>
              </a:ext>
            </a:extLst>
          </p:cNvPr>
          <p:cNvSpPr/>
          <p:nvPr/>
        </p:nvSpPr>
        <p:spPr>
          <a:xfrm>
            <a:off x="910590" y="3880426"/>
            <a:ext cx="10499090" cy="2583436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在路由文件中已经配置了如下路由规则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7C6351-D805-F36D-5412-47E36A155F36}"/>
              </a:ext>
            </a:extLst>
          </p:cNvPr>
          <p:cNvSpPr/>
          <p:nvPr/>
        </p:nvSpPr>
        <p:spPr>
          <a:xfrm>
            <a:off x="810662" y="3952889"/>
            <a:ext cx="876248" cy="28015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37F9B2-7881-F82F-5135-44E79F7B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78" y="2462287"/>
            <a:ext cx="3533518" cy="97047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9291ED-7884-AFD7-9AE1-FA8142E07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318" y="4926209"/>
            <a:ext cx="4457929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2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代码解读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根据产品原型，开发页面元素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D31D51-FC26-6050-453B-561C4C41B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952" y="2462497"/>
            <a:ext cx="6187964" cy="424266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1A6992-B83A-746E-CF43-1B8D5F1E7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530" y="3248401"/>
            <a:ext cx="4350126" cy="307155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75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新增套餐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代码解读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338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397596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0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109495</TotalTime>
  <Words>1131</Words>
  <Application>Microsoft Office PowerPoint</Application>
  <PresentationFormat>宽屏</PresentationFormat>
  <Paragraphs>237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66</vt:i4>
      </vt:variant>
    </vt:vector>
  </HeadingPairs>
  <TitlesOfParts>
    <vt:vector size="89" baseType="lpstr">
      <vt:lpstr>Alibaba PuHuiTi B</vt:lpstr>
      <vt:lpstr>Alibaba PuHuiTi M</vt:lpstr>
      <vt:lpstr>Alibaba PuHuiTi Medium</vt:lpstr>
      <vt:lpstr>Alibaba PuHuiTi R</vt:lpstr>
      <vt:lpstr>阿里巴巴普惠体</vt:lpstr>
      <vt:lpstr>等线</vt:lpstr>
      <vt:lpstr>黑体</vt:lpstr>
      <vt:lpstr>STKaiti</vt:lpstr>
      <vt:lpstr>STKaiti</vt:lpstr>
      <vt:lpstr>字魂138号-霸燃手书</vt:lpstr>
      <vt:lpstr>Arial</vt:lpstr>
      <vt:lpstr>Calibri</vt:lpstr>
      <vt:lpstr>Consolas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套餐管理</vt:lpstr>
      <vt:lpstr>效果展示</vt:lpstr>
      <vt:lpstr>PowerPoint 演示文稿</vt:lpstr>
      <vt:lpstr>套餐分页查询</vt:lpstr>
      <vt:lpstr>需求分析和接口设计</vt:lpstr>
      <vt:lpstr>需求分析和接口设计</vt:lpstr>
      <vt:lpstr>需求分析和接口设计</vt:lpstr>
      <vt:lpstr>需求分析和接口设计</vt:lpstr>
      <vt:lpstr>套餐分页查询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套餐分页查询</vt:lpstr>
      <vt:lpstr>功能测试</vt:lpstr>
      <vt:lpstr>PowerPoint 演示文稿</vt:lpstr>
      <vt:lpstr>启售停售套餐</vt:lpstr>
      <vt:lpstr>需求分析和接口设计</vt:lpstr>
      <vt:lpstr>需求分析和接口设计</vt:lpstr>
      <vt:lpstr>需求分析和接口设计</vt:lpstr>
      <vt:lpstr>启售停售套餐</vt:lpstr>
      <vt:lpstr>代码开发</vt:lpstr>
      <vt:lpstr>代码开发</vt:lpstr>
      <vt:lpstr>代码开发</vt:lpstr>
      <vt:lpstr>启售停售套餐</vt:lpstr>
      <vt:lpstr>功能测试</vt:lpstr>
      <vt:lpstr>PowerPoint 演示文稿</vt:lpstr>
      <vt:lpstr>删除套餐</vt:lpstr>
      <vt:lpstr>需求分析和接口设计</vt:lpstr>
      <vt:lpstr>需求分析和接口设计</vt:lpstr>
      <vt:lpstr>需求分析和接口设计</vt:lpstr>
      <vt:lpstr>删除套餐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删除套餐</vt:lpstr>
      <vt:lpstr>功能测试</vt:lpstr>
      <vt:lpstr>PowerPoint 演示文稿</vt:lpstr>
      <vt:lpstr>新增套餐</vt:lpstr>
      <vt:lpstr>需求分析和接口设计</vt:lpstr>
      <vt:lpstr>需求分析和接口设计</vt:lpstr>
      <vt:lpstr>需求分析和接口设计</vt:lpstr>
      <vt:lpstr>需求分析和接口设计</vt:lpstr>
      <vt:lpstr>需求分析和接口设计</vt:lpstr>
      <vt:lpstr>需求分析和接口设计</vt:lpstr>
      <vt:lpstr>新增套餐</vt:lpstr>
      <vt:lpstr>代码解读</vt:lpstr>
      <vt:lpstr>代码解读</vt:lpstr>
      <vt:lpstr>代码解读</vt:lpstr>
      <vt:lpstr>代码解读</vt:lpstr>
      <vt:lpstr>新增套餐</vt:lpstr>
      <vt:lpstr>功能测试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itcast</cp:lastModifiedBy>
  <cp:revision>11170</cp:revision>
  <dcterms:created xsi:type="dcterms:W3CDTF">2020-03-31T02:23:27Z</dcterms:created>
  <dcterms:modified xsi:type="dcterms:W3CDTF">2023-08-17T12:17:35Z</dcterms:modified>
</cp:coreProperties>
</file>